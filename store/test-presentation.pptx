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73152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0" y="7315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Image Lab – test slide</a:t>
            </a:r>
          </a:p>
          <a:p>
            <a:pPr>
              <a:defRPr sz="1400"/>
            </a:pPr>
            <a:r>
              <a:t>1. Select the photo.</a:t>
            </a:r>
          </a:p>
          <a:p>
            <a:pPr>
              <a:defRPr sz="1400"/>
            </a:pPr>
            <a:r>
              <a:t>2. Home → Image Lab.</a:t>
            </a:r>
          </a:p>
          <a:p>
            <a:pPr>
              <a:defRPr sz="1400"/>
            </a:pPr>
            <a:r>
              <a:t>3. Move Exposure or the levels.</a:t>
            </a:r>
          </a:p>
          <a:p>
            <a:pPr>
              <a:defRPr sz="1400"/>
            </a:pPr>
            <a:r>
              <a:t>4. Apply to slide.</a:t>
            </a:r>
          </a:p>
          <a:p>
            <a:pPr>
              <a:defRPr sz="1400"/>
            </a:pPr>
            <a:r>
              <a:t>5. Select the photo again: settings are restored.</a:t>
            </a:r>
          </a:p>
          <a:p>
            <a:pPr>
              <a:defRPr sz="1400"/>
            </a:pPr>
            <a:r>
              <a:t>6. Original: restores the photo.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